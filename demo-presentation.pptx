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-6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Noodles Crypto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END-TO-END DATA ENGINEERING  •  ANALYTICS  • 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6F9FC"/>
                </a:solidFill>
                <a:latin typeface="Aptos"/>
              </a:defRPr>
            </a:pPr>
            <a:r>
              <a:t>From raw JSON to actionable</a:t>
            </a:r>
          </a:p>
          <a:p>
            <a:pPr>
              <a:spcAft>
                <a:spcPts val="800"/>
              </a:spcAft>
              <a:defRPr sz="3600" b="1">
                <a:solidFill>
                  <a:srgbClr val="F6F9FC"/>
                </a:solidFill>
                <a:latin typeface="Aptos"/>
              </a:defRPr>
            </a:pPr>
            <a:r>
              <a:t>social engagement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87952"/>
            <a:ext cx="3291840" cy="82296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5994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96AAC1"/>
                </a:solidFill>
                <a:latin typeface="Aptos"/>
              </a:defRPr>
            </a:pPr>
            <a:r>
              <a:t>Industry Connect  |  Final Portfolio Presentation</a:t>
            </a:r>
          </a:p>
          <a:p>
            <a:pPr>
              <a:spcAft>
                <a:spcPts val="800"/>
              </a:spcAft>
              <a:defRPr sz="1800" b="0">
                <a:solidFill>
                  <a:srgbClr val="96AAC1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THE SOLUTION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74720" cy="310896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" y="1956815"/>
            <a:ext cx="64008" cy="338328"/>
          </a:xfrm>
          <a:prstGeom prst="rect">
            <a:avLst/>
          </a:prstGeom>
          <a:solidFill>
            <a:srgbClr val="428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1920240"/>
            <a:ext cx="29260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288036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Fragmented cryptocurrency metadata and social engagement across JSON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37360"/>
            <a:ext cx="3474720" cy="310896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5424" y="1956815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18303" y="1920240"/>
            <a:ext cx="29260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2514600"/>
            <a:ext cx="288036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Python / pandas ETL → MySQL star schema → reporting views → interactive Power BI.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737360"/>
            <a:ext cx="3474720" cy="310896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5592" y="1956815"/>
            <a:ext cx="64008" cy="338328"/>
          </a:xfrm>
          <a:prstGeom prst="rect">
            <a:avLst/>
          </a:prstGeom>
          <a:solidFill>
            <a:srgbClr val="FFB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920240"/>
            <a:ext cx="29260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14600"/>
            <a:ext cx="288036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Reusable analytical model with engagement KPIs, token rankings and platform comparisons.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DESIGNED FOR MORE CONSISTENT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166360" cy="361188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" y="1911095"/>
            <a:ext cx="64008" cy="338328"/>
          </a:xfrm>
          <a:prstGeom prst="rect">
            <a:avLst/>
          </a:prstGeom>
          <a:solidFill>
            <a:srgbClr val="428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1874520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4572000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Manual inspection of different JSON structures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Inconsistent token and platform fields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Difficult cross-platform comparisons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166360" cy="361188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91656" y="1911095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1874520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468880"/>
            <a:ext cx="4572000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Standardized transformations and validation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Relational data warehouse and reusable SQL views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Interactive executive reporting in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SOURCE → TRANSFORM → MODEL → SERVE → VISUALIZE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03120"/>
            <a:ext cx="2121408" cy="1828800"/>
          </a:xfrm>
          <a:prstGeom prst="round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340864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D3B8"/>
                </a:solidFill>
                <a:latin typeface="Aptos"/>
              </a:defRPr>
            </a:pPr>
            <a:r>
              <a:t>01 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620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6F9FC"/>
                </a:solidFill>
                <a:latin typeface="Aptos"/>
              </a:defRPr>
            </a:pPr>
            <a:r>
              <a:t>Token / Twitter / Reddit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904" y="2761488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BC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4" y="2103120"/>
            <a:ext cx="2121408" cy="1828800"/>
          </a:xfrm>
          <a:prstGeom prst="round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26664" y="2340864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D3B8"/>
                </a:solidFill>
                <a:latin typeface="Aptos"/>
              </a:defRPr>
            </a:pPr>
            <a:r>
              <a:t>02  ETL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620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6F9FC"/>
                </a:solidFill>
                <a:latin typeface="Aptos"/>
              </a:defRPr>
            </a:pPr>
            <a:r>
              <a:t>Python • pandas •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761488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BC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2103120"/>
            <a:ext cx="2121408" cy="1828800"/>
          </a:xfrm>
          <a:prstGeom prst="round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85816" y="2340864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D3B8"/>
                </a:solidFill>
                <a:latin typeface="Aptos"/>
              </a:defRPr>
            </a:pPr>
            <a:r>
              <a:t>03  WAREHOUSE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8620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6F9FC"/>
                </a:solidFill>
                <a:latin typeface="Aptos"/>
              </a:defRPr>
            </a:pPr>
            <a:r>
              <a:t>MySQL noodles_dw • star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761488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BC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2103120"/>
            <a:ext cx="2121408" cy="1828800"/>
          </a:xfrm>
          <a:prstGeom prst="round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44968" y="2340864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D3B8"/>
                </a:solidFill>
                <a:latin typeface="Aptos"/>
              </a:defRPr>
            </a:pPr>
            <a:r>
              <a:t>04 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28620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6F9FC"/>
                </a:solidFill>
                <a:latin typeface="Aptos"/>
              </a:defRPr>
            </a:pPr>
            <a:r>
              <a:t>Aggregations • four SQL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761488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BC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2103120"/>
            <a:ext cx="2121408" cy="1828800"/>
          </a:xfrm>
          <a:prstGeom prst="round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2340864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D3B8"/>
                </a:solidFill>
                <a:latin typeface="Aptos"/>
              </a:defRPr>
            </a:pPr>
            <a:r>
              <a:t>05 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8620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6F9FC"/>
                </a:solidFill>
                <a:latin typeface="Aptos"/>
              </a:defRPr>
            </a:pPr>
            <a:r>
              <a:t>Power BI • DAX • dashboards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663440"/>
            <a:ext cx="8595360" cy="676656"/>
          </a:xfrm>
          <a:prstGeom prst="roundRect">
            <a:avLst/>
          </a:prstGeom>
          <a:solidFill>
            <a:srgbClr val="25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03120" y="48554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6F9FC"/>
                </a:solidFill>
                <a:latin typeface="Aptos"/>
              </a:defRPr>
            </a:pPr>
            <a:r>
              <a:t>CONTROL  /  Jupyter notebooks  •  QA checks  • 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Data warehouse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RELATIONAL FOUNDATION FOR ENGAGEMENT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08760"/>
            <a:ext cx="7488936" cy="4379976"/>
          </a:xfrm>
          <a:prstGeom prst="roundRect">
            <a:avLst/>
          </a:prstGeom>
          <a:solidFill>
            <a:srgbClr val="25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99" y="1856806"/>
            <a:ext cx="7040881" cy="36838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ounded Rectangle 10"/>
          <p:cNvSpPr/>
          <p:nvPr/>
        </p:nvSpPr>
        <p:spPr>
          <a:xfrm>
            <a:off x="8000997" y="1528354"/>
            <a:ext cx="3383280" cy="429768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74736" y="1911095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7616" y="187452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Star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8892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DimCurrency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DimDate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DimPlatform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FactSocialEngagement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Fact grain: one social engagement record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Python ETL &amp; reporting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JUPYTER + PANDAS + SQLALCHEMY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5257800" cy="18288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" y="1865376"/>
            <a:ext cx="64008" cy="338328"/>
          </a:xfrm>
          <a:prstGeom prst="rect">
            <a:avLst/>
          </a:prstGeom>
          <a:solidFill>
            <a:srgbClr val="428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1828800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01 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Read JSON currency and social-platform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257800" cy="18288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37376" y="1865376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5" y="1828800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02 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423160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Normalize symbols, types and missing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18288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9536" y="3922776"/>
            <a:ext cx="64008" cy="338328"/>
          </a:xfrm>
          <a:prstGeom prst="rect">
            <a:avLst/>
          </a:prstGeom>
          <a:solidFill>
            <a:srgbClr val="428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3886200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03 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59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Populate MySQL warehouse objects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257800" cy="18288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37376" y="3922776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5" y="3886200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04  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480559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Build aggregations and vw_* reporting 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Data quality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CHECKS BEFORE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400" y="1627632"/>
            <a:ext cx="7628404" cy="4242816"/>
          </a:xfrm>
          <a:prstGeom prst="roundRect">
            <a:avLst/>
          </a:prstGeom>
          <a:solidFill>
            <a:srgbClr val="25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62490"/>
            <a:ext cx="6629400" cy="39730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ounded Rectangle 10"/>
          <p:cNvSpPr/>
          <p:nvPr/>
        </p:nvSpPr>
        <p:spPr>
          <a:xfrm>
            <a:off x="7848600" y="1691640"/>
            <a:ext cx="3840480" cy="41148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4080" y="1915668"/>
            <a:ext cx="64008" cy="338328"/>
          </a:xfrm>
          <a:prstGeom prst="rect">
            <a:avLst/>
          </a:prstGeom>
          <a:solidFill>
            <a:srgbClr val="FFB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9444" y="187452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rPr dirty="0"/>
              <a:t>Validation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91809"/>
            <a:ext cx="324612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Inspect missing metrics and duplicate identifiers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Check foreign-key integrity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Review row counts and reporting-view outputs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Investigate rejected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TASK 8  /  MANAGEMENT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143" y="1442924"/>
            <a:ext cx="8123125" cy="4694528"/>
          </a:xfrm>
          <a:prstGeom prst="roundRect">
            <a:avLst/>
          </a:prstGeom>
          <a:solidFill>
            <a:srgbClr val="25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5" y="1645920"/>
            <a:ext cx="6928948" cy="4315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ounded Rectangle 10"/>
          <p:cNvSpPr/>
          <p:nvPr/>
        </p:nvSpPr>
        <p:spPr>
          <a:xfrm>
            <a:off x="8541572" y="1481328"/>
            <a:ext cx="3154680" cy="4656124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33596" y="1938528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43908" y="185623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rPr dirty="0"/>
              <a:t>Executive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391809"/>
            <a:ext cx="2560320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Total Engagements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Average Engagement Score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Active Tokens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Engagement trends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rPr dirty="0"/>
              <a:t>Dynamic Top N token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Platform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TASK 8  /  TWITTER/X VS REDDIT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81912"/>
            <a:ext cx="7826832" cy="4443983"/>
          </a:xfrm>
          <a:prstGeom prst="roundRect">
            <a:avLst/>
          </a:prstGeom>
          <a:solidFill>
            <a:srgbClr val="25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07" y="1645920"/>
            <a:ext cx="6944784" cy="4315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ounded Rectangle 10"/>
          <p:cNvSpPr/>
          <p:nvPr/>
        </p:nvSpPr>
        <p:spPr>
          <a:xfrm>
            <a:off x="8512632" y="1673352"/>
            <a:ext cx="3154680" cy="43434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368" y="1892808"/>
            <a:ext cx="64008" cy="338328"/>
          </a:xfrm>
          <a:prstGeom prst="rect">
            <a:avLst/>
          </a:prstGeom>
          <a:solidFill>
            <a:srgbClr val="428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248" y="185623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Compare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2672" y="2450592"/>
            <a:ext cx="2560320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Daily engagement trend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Likes, comments and retweets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Average engagement score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Date-based exploration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Token drill-through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TASK 8  /  DETAILED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5097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572" y="1581912"/>
            <a:ext cx="8095054" cy="4443983"/>
          </a:xfrm>
          <a:prstGeom prst="roundRect">
            <a:avLst/>
          </a:prstGeom>
          <a:solidFill>
            <a:srgbClr val="25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r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4695"/>
            <a:ext cx="7452360" cy="39584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ounded Rectangle 10"/>
          <p:cNvSpPr/>
          <p:nvPr/>
        </p:nvSpPr>
        <p:spPr>
          <a:xfrm>
            <a:off x="8613648" y="1673352"/>
            <a:ext cx="3127248" cy="43434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87384" y="1892808"/>
            <a:ext cx="64008" cy="338328"/>
          </a:xfrm>
          <a:prstGeom prst="rect">
            <a:avLst/>
          </a:prstGeom>
          <a:solidFill>
            <a:srgbClr val="FFB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70265" y="1856232"/>
            <a:ext cx="25786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Interaction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9" y="2450592"/>
            <a:ext cx="2532888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Right-click a token from the overview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Navigate to its detail page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Inspect platform breakdown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Return using the back button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Verify token-specific filters during final 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Key outcomes &amp; technical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EVIDENCE-BASED PROJECT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74720" cy="32004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" y="1956815"/>
            <a:ext cx="64008" cy="338328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1920240"/>
            <a:ext cx="29260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2,682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28803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Social engagement fact records in the Task 5 schema export; not a live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37360"/>
            <a:ext cx="3474720" cy="32004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5424" y="1956815"/>
            <a:ext cx="64008" cy="338328"/>
          </a:xfrm>
          <a:prstGeom prst="rect">
            <a:avLst/>
          </a:prstGeom>
          <a:solidFill>
            <a:srgbClr val="428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18303" y="1920240"/>
            <a:ext cx="29260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4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2514600"/>
            <a:ext cx="28803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vw_ExecutiveDashboard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vw_TimeSeries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vw_SocialAnalytics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vw_PlatformDaily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737360"/>
            <a:ext cx="3474720" cy="3200400"/>
          </a:xfrm>
          <a:prstGeom prst="roundRect">
            <a:avLst/>
          </a:prstGeom>
          <a:solidFill>
            <a:srgbClr val="18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5592" y="1956815"/>
            <a:ext cx="64008" cy="338328"/>
          </a:xfrm>
          <a:prstGeom prst="rect">
            <a:avLst/>
          </a:prstGeom>
          <a:solidFill>
            <a:srgbClr val="FFB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920240"/>
            <a:ext cx="29260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9FC"/>
                </a:solidFill>
                <a:latin typeface="Aptos"/>
              </a:defRPr>
            </a:pPr>
            <a:r>
              <a:t>3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14600"/>
            <a:ext cx="28803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Executive Overview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Platform Performance</a:t>
            </a:r>
          </a:p>
          <a:p>
            <a:pPr>
              <a:spcAft>
                <a:spcPts val="800"/>
              </a:spcAft>
              <a:defRPr sz="1500" b="0">
                <a:solidFill>
                  <a:srgbClr val="D2E0EE"/>
                </a:solidFill>
                <a:latin typeface="Aptos"/>
              </a:defRPr>
            </a:pPr>
            <a:r>
              <a:t>Token Drill-through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AAC1"/>
                </a:solidFill>
                <a:latin typeface="Aptos"/>
              </a:defRPr>
            </a:pPr>
            <a:r>
              <a:t>Capabilities: Python ETL  •  MySQL modeling  •  DAX  •  Power BI  •  data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91440" cy="5303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0607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6AAC1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10972"/>
          </a:xfrm>
          <a:prstGeom prst="rect">
            <a:avLst/>
          </a:prstGeom>
          <a:solidFill>
            <a:srgbClr val="3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6AAC1"/>
                </a:solidFill>
                <a:latin typeface="Aptos"/>
              </a:defRPr>
            </a:pPr>
            <a:r>
              <a:t>NOODLES  /  INDUSTRY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9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CD3B8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6F9FC"/>
                </a:solidFill>
                <a:latin typeface="Aptos"/>
              </a:defRPr>
            </a:pPr>
            <a:r>
              <a:t>From fragmented data to</a:t>
            </a:r>
          </a:p>
          <a:p>
            <a:pPr>
              <a:spcAft>
                <a:spcPts val="800"/>
              </a:spcAft>
              <a:defRPr sz="3800" b="1">
                <a:solidFill>
                  <a:srgbClr val="F6F9FC"/>
                </a:solidFill>
                <a:latin typeface="Aptos"/>
              </a:defRPr>
            </a:pPr>
            <a:r>
              <a:t>clear executive insights.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40480"/>
            <a:ext cx="3474720" cy="73152"/>
          </a:xfrm>
          <a:prstGeom prst="rect">
            <a:avLst/>
          </a:prstGeom>
          <a:solidFill>
            <a:srgbClr val="2C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2976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96AAC1"/>
                </a:solidFill>
                <a:latin typeface="Aptos"/>
              </a:defRPr>
            </a:pPr>
            <a:r>
              <a:t>Industry Connect  |  Noodles Crypto Analytics</a:t>
            </a:r>
          </a:p>
          <a:p>
            <a:pPr>
              <a:spcAft>
                <a:spcPts val="800"/>
              </a:spcAft>
              <a:defRPr sz="1800" b="0">
                <a:solidFill>
                  <a:srgbClr val="96AAC1"/>
                </a:solidFill>
                <a:latin typeface="Aptos"/>
              </a:defRPr>
            </a:pPr>
            <a:r>
              <a:t>Portfolio: add verified GitHub repository URL before presenting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533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sumudu dasanayaka</cp:lastModifiedBy>
  <cp:revision>2</cp:revision>
  <dcterms:created xsi:type="dcterms:W3CDTF">2013-01-27T09:14:16Z</dcterms:created>
  <dcterms:modified xsi:type="dcterms:W3CDTF">2026-10-08T11:01:34Z</dcterms:modified>
  <cp:category/>
</cp:coreProperties>
</file>